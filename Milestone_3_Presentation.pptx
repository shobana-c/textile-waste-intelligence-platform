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11277295" cy="41148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5F7F6"/>
                </a:solidFill>
                <a:latin typeface="Georgia"/>
              </a:defRPr>
            </a:pPr>
            <a:r>
              <a:t>TexCycle: Sustainability Intelligence &amp; B2B matching</a:t>
            </a:r>
          </a:p>
          <a:p>
            <a:pPr>
              <a:spcAft>
                <a:spcPts val="2800"/>
              </a:spcAft>
              <a:defRPr sz="1400" b="1">
                <a:solidFill>
                  <a:srgbClr val="C2410C"/>
                </a:solidFill>
                <a:latin typeface="Arial"/>
              </a:defRPr>
            </a:pPr>
            <a:r>
              <a:t>MILESTONE 3: SUSTAINABILITY INTEL, RECOMMENDATIONS, &amp; B2B MATCHER</a:t>
            </a:r>
          </a:p>
          <a:p>
            <a:pPr>
              <a:defRPr sz="1200">
                <a:solidFill>
                  <a:srgbClr val="F5F7F6"/>
                </a:solidFill>
                <a:latin typeface="Arial"/>
              </a:defRPr>
            </a:pPr>
            <a:r>
              <a:t>Automating ESG reporting, recommendation routing, and contract matching workflows.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47857"/>
                </a:solidFill>
                <a:latin typeface="Georgia"/>
              </a:defRPr>
            </a:pPr>
            <a:r>
              <a:t>Objectives &amp; Key Achievements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Milestone 3 |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47857"/>
                </a:solidFill>
                <a:latin typeface="Georgia"/>
              </a:defRPr>
            </a:pPr>
            <a:r>
              <a:t>Week 5 &amp; 6 Objectives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Sustainability Intelligence: Build systems to quantify carbon offsets and water resources diversion.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Recommendation Workflows: Automate textile classification into 6 circular streams.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B2B Sourcing: Pair manufacturers looking for recycled materials with facilities supplying them.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Reporting System: Stream compiled inventory databases into PDF/Excel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46304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6916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2410C"/>
                </a:solidFill>
                <a:latin typeface="Georgia"/>
              </a:defRPr>
            </a:pPr>
            <a:r>
              <a:t>Milestone 3 Outcomes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✓ Sustainability Engine: Mapped coefficients to Cotton, Wool, Denim, and Polyester batches.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✓ B2B Matching Hub: Fully interactive supplier-brand match UI with automated contract generator.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✓ Report Compiler: Implemented ReportLab and OpenPyXL to export visual metrics (texture, pattern, colors).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✓ SSO Handshake: Integrated Google OAuth2 login selection panel for role-based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47857"/>
                </a:solidFill>
                <a:latin typeface="Georgia"/>
              </a:defRPr>
            </a:pPr>
            <a:r>
              <a:t>Sustainability Impact &amp; Environmental Offsets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Milestone 3 |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47857"/>
                </a:solidFill>
                <a:latin typeface="Georgia"/>
              </a:defRPr>
            </a:pPr>
            <a:r>
              <a:t>Carbon Reductions &amp; Water Preservation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The platform applies precise database multipliers per kilogram of raw sorted fabric to calculate environmental diversion indices: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Cotton: Diverting 1 kg saves 8.5 kg CO2 and preserves 4,500 Liters of water.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Wool: Diverting 1 kg saves 9.0 kg CO2 and preserves 2,000 Liters of water.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Denim: Diverting 1 kg saves 5.7 kg CO2 and preserves 2,375 Liters of water.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Polyester: Diverting 1 kg saves 3.8 kg CO2 and preserves 600 Liters of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46304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6916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2410C"/>
                </a:solidFill>
                <a:latin typeface="Georgia"/>
              </a:defRPr>
            </a:pPr>
            <a:r>
              <a:t>Carbon &amp; Water Equivalencies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To make sustainability metrics understandable for corporate reporting and marketing, the engine translates savings dynamically: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Tree Equivalency: Translates net CO2 savings into the lifetime carbon absorption of mature trees.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Car Emission diversion: Translates CO2 savings into the daily emissions avoided of passenger vehicles.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Drinking Water equivalency: Matches water preservation totals to the daily hydration requirements of communities.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47857"/>
                </a:solidFill>
                <a:latin typeface="Georgia"/>
              </a:defRPr>
            </a:pPr>
            <a:r>
              <a:t>Recycling Recommendations &amp; B2B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Milestone 3 |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47857"/>
                </a:solidFill>
                <a:latin typeface="Georgia"/>
              </a:defRPr>
            </a:pPr>
            <a:r>
              <a:t>Circular Recommendations Routing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The routing engine classifies scanned batches into 6 circular waste streams based on composition, purity, and condition: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Reusable: Clean clothes routed to donation or fabric reuse.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Repairable: Damaged high-grade clothes routed to upcycling.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Recyclable: Pure mono-fibers routed to Mechanical (Cotton/Wool) or Chemical (Synthetic) recycling.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Compostable: Clean natural blends routed to industrial compost recovery.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Hazardous: Mixed/contaminated fibers routed to safe disposal.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46304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6916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2410C"/>
                </a:solidFill>
                <a:latin typeface="Georgia"/>
              </a:defRPr>
            </a:pPr>
            <a:r>
              <a:t>Smart B2B Fiber Matcher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To complete the circular loop, the B2B Matching Hub links supply directly to brand demand: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Requisitions: Brands publish target raw fiber needs, quantities, and minimum circularity thresholds.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Automated Pairing: AI lists matching inventory batches and computes compatibility metrics.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Compliance Handshake: Brands click to dispatch sourcing contracts, generating allocation receipts dynamically.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47857"/>
                </a:solidFill>
                <a:latin typeface="Georgia"/>
              </a:defRPr>
            </a:pPr>
            <a:r>
              <a:t>Role-Tailored Dashboards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Arial"/>
              </a:defRPr>
            </a:pPr>
            <a:r>
              <a:t>Milestone 3 |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47857"/>
                </a:solidFill>
                <a:latin typeface="Georgia"/>
              </a:defRPr>
            </a:pPr>
            <a:r>
              <a:t>Seeded Roles &amp; Tailored Dashboards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To prove complete requirements, the platform loads distinct dashboard layouts matching each user profile: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Operator: Focuses on collection weights, active inventory logs, and parameter simulator sliders.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Manager: Highlights net carbon offsets and compliant water savings statistics.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Manufacturer: Tracks fabric distributions and recovery grade batches available for sourcing.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Admin: Displays database connection pool stats, API latencies (ms), and system status.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0975" y="1463040"/>
            <a:ext cx="53035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5295" y="169164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C2410C"/>
                </a:solidFill>
                <a:latin typeface="Georgia"/>
              </a:defRPr>
            </a:pPr>
            <a:r>
              <a:t>Milestone 4 Roadmap (Week 7 &amp; 8)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For the final milestone, we will build out the remaining modules to conclude the project: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Alert Dispatchers: Automate compliance email notifications and inventory boundary warnings.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Executive Analytics: Embed advanced multi-variable analytics charts using Plotly/Chart.js.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Docker Containerization: Write Dockerfiles and Compose configurations to run backend &amp; frontend.</a:t>
            </a:r>
          </a:p>
          <a:p>
            <a:pPr>
              <a:spcAft>
                <a:spcPts val="800"/>
              </a:spcAft>
              <a:defRPr sz="1100">
                <a:solidFill>
                  <a:srgbClr val="1F2937"/>
                </a:solidFill>
                <a:latin typeface="Arial"/>
              </a:defRPr>
            </a:pPr>
            <a:r>
              <a:t>• Cloud Provisioning: Document production cloud deployment guidelines on AWS and Azure.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